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365125"/>
            <a:ext cx="8229600" cy="1143000"/>
          </a:xfrm>
        </p:spPr>
        <p:txBody>
          <a:bodyPr/>
          <a:lstStyle/>
          <a:p>
            <a:r>
              <a:rPr lang="ko-KR" sz="2800" b="1"/>
              <a:t>Slide 1. [BSC J.A.R.V.I.S. Co-Vision] ???? ??? Co-Vision ???? ??? ??? ??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ko-KR" sz="1800"/>
              <a:t>• 보고 대상: 이건우 대표님 (BeausCreators CEO)</a:t>
            </a:r>
          </a:p>
          <a:p>
            <a:r>
              <a:rPr lang="ko-KR" sz="1800"/>
              <a:t>• 생성 시각: 2026-10-21 15:48:07</a:t>
            </a:r>
          </a:p>
          <a:p>
            <a:r>
              <a:rPr lang="ko-KR" sz="1800"/>
              <a:t>• 공유 시야 주제: ???? ??? Co-Vision ???? ??? ??? ??</a:t>
            </a:r>
          </a:p>
          <a:p>
            <a:r>
              <a:rPr lang="ko-KR" sz="1800"/>
              <a:t>• 동기화 저장소: ADE · Antigravity/Cursor IDE · BSC HQ · Google Drive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365125"/>
            <a:ext cx="8229600" cy="1143000"/>
          </a:xfrm>
        </p:spPr>
        <p:txBody>
          <a:bodyPr/>
          <a:lstStyle/>
          <a:p>
            <a:r>
              <a:rPr lang="ko-KR" sz="2800" b="1"/>
              <a:t>Slide 2. J.A.R.V.I.S. 카메라 시야 인지 및 분석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ko-KR" sz="1800"/>
              <a:t>• 죄송합니다. 제공해주신 이미지는 텍스트로만 이루어져 있어, 제가 시각적인 정보를 분석하여 답변을 드릴 수 없습니다.
**J.A.R.V.I.S.로서 카메라/화면 시야를 보고 있다면, 현재 화면에 보이는 장면과 대표님의 질문에 대한 통찰을 명확하게 분석해 드릴 수 있습니다. 분석을 원하시는 이미지를 다시 제공해 주시면 최선을 다해 답변드리겠습니다.**</a:t>
            </a:r>
          </a:p>
          <a:p>
            <a:r>
              <a:rPr lang="ko-KR" sz="1800"/>
              <a:t>• 시각 컨텍스트: 로컬 Gemma 4 멀티모달 비전 &amp; OmniParser 좌표 결합</a:t>
            </a:r>
          </a:p>
          <a:p>
            <a:r>
              <a:rPr lang="ko-KR" sz="1800"/>
              <a:t>• 비용 및 보안: 100% 온디바이스 로컬 처리 ($0 과금 · 외부 유출 0%)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365125"/>
            <a:ext cx="8229600" cy="1143000"/>
          </a:xfrm>
        </p:spPr>
        <p:txBody>
          <a:bodyPr/>
          <a:lstStyle/>
          <a:p>
            <a:r>
              <a:rPr lang="ko-KR" sz="2800" b="1"/>
              <a:t>Slide 3. 핵심 실행 전략 및 Action Items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ko-KR" sz="1800"/>
              <a:t>• [시각 분석 반영] ???? ??? Co-Vision ???? ??? ??? ?? 핵심 내용 구조화 및 실행</a:t>
            </a:r>
          </a:p>
          <a:p>
            <a:r>
              <a:rPr lang="ko-KR" sz="1800"/>
              <a:t>• [멀티 포맷 생성] 이미지(.png), 영상(.webm), 마크다운(.md), 워드(.docx), 피티(.pptx), PDF(.pdf) 6종 동시 발행</a:t>
            </a:r>
          </a:p>
          <a:p>
            <a:r>
              <a:rPr lang="ko-KR" sz="1800"/>
              <a:t>• [4대 저장소 동기화] ADE 지식창고 · Antigravity/Cursor IDE · BSC 본사 보고서 · Google Drive 자동 백업</a:t>
            </a:r>
          </a:p>
        </p:txBody>
      </p:sp>
    </p:spTree>
  </p:cSld>
</p:sld>
</file>