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1. [BSC J.A.R.V.I.S. Co-Vision] ?? ?? ???? ? ??? ? ??�??�PPT 6? ??? ??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보고 대상: 이건우 대표님 (BeausCreators CEO)</a:t>
            </a:r>
          </a:p>
          <a:p>
            <a:r>
              <a:rPr lang="ko-KR" sz="1800"/>
              <a:t>• 생성 시각: 2026-10-22 18:26:36</a:t>
            </a:r>
          </a:p>
          <a:p>
            <a:r>
              <a:rPr lang="ko-KR" sz="1800"/>
              <a:t>• 공유 시야 주제: ?? ?? ???? ? ??? ? ??�??�PPT 6? ??? ??</a:t>
            </a:r>
          </a:p>
          <a:p>
            <a:r>
              <a:rPr lang="ko-KR" sz="1800"/>
              <a:t>• 동기화 저장소: ADE · Antigravity/Cursor IDE · BSC HQ · Google Drive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2. J.A.R.V.I.S. 카메라 시야 인지 및 분석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죄송합니다. 제공해주신 이미지는 텍스트로 인식하기 어렵고, 제가 분석할 수 있는 시각적 정보가 부족합니다.
J.A.R.V.I.S.로서 이건우 대표님과 함께 보고 계신 장면의 핵심 특징과 질문에 대한 통찰을 드리기 위해서는 **실제 영상이나 이미지를 제공**해 주셔야 합니다.
이미지를 다시 제공해 주시면, 제가 그 내용을 바탕으로 요청하신 대로 명확하고 통찰력 있는 답변을 드리겠습니다.</a:t>
            </a:r>
          </a:p>
          <a:p>
            <a:r>
              <a:rPr lang="ko-KR" sz="1800"/>
              <a:t>• 시각 컨텍스트: 로컬 Gemma 4 멀티모달 비전 &amp; OmniParser 좌표 결합</a:t>
            </a:r>
          </a:p>
          <a:p>
            <a:r>
              <a:rPr lang="ko-KR" sz="1800"/>
              <a:t>• 비용 및 보안: 100% 온디바이스 로컬 처리 ($0 과금 · 외부 유출 0%)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65125"/>
            <a:ext cx="8229600" cy="1143000"/>
          </a:xfrm>
        </p:spPr>
        <p:txBody>
          <a:bodyPr/>
          <a:lstStyle/>
          <a:p>
            <a:r>
              <a:rPr lang="ko-KR" sz="2800" b="1"/>
              <a:t>Slide 3. 핵심 실행 전략 및 Action Items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ko-KR" sz="1800"/>
              <a:t>• [시각 분석 반영] ?? ?? ???? ? ??? ? ??�??�PPT 6? ??? ?? 핵심 내용 구조화 및 실행</a:t>
            </a:r>
          </a:p>
          <a:p>
            <a:r>
              <a:rPr lang="ko-KR" sz="1800"/>
              <a:t>• [멀티 포맷 생성] 이미지(.png), 영상(.webm), 마크다운(.md), 워드(.docx), 피티(.pptx), PDF(.pdf) 6종 동시 발행</a:t>
            </a:r>
          </a:p>
          <a:p>
            <a:r>
              <a:rPr lang="ko-KR" sz="1800"/>
              <a:t>• [4대 저장소 동기화] ADE 지식창고 · Antigravity/Cursor IDE · BSC 본사 보고서 · Google Drive 자동 백업</a:t>
            </a:r>
          </a:p>
        </p:txBody>
      </p:sp>
    </p:spTree>
  </p:cSld>
</p:sld>
</file>